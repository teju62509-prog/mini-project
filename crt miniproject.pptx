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94C6-5546-1B18-7A79-066E4B82A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672FB-110D-7C65-C642-9D1A39837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44BA-4E1A-DD48-53B4-600CEBF1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ED0C1-B3EF-9951-9093-D2F02A5F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4C026-4E3E-7591-5DA9-863DC6BE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B518-9082-FF16-8E37-FAE2370B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F9C79-CC43-CDA8-AA98-1190CD26C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F5BF2-07EA-3F6B-E23B-F7A247B9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BAA46-4C78-6305-8018-10A24094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BF878-F418-DAE9-95F2-4B2EDBB8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9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54D2-D470-4BA7-8D14-3C931962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D03E4-96F7-3D8B-A510-4AF9A7F1F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22CF-17E6-D5DE-F1AA-37AAA584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1371A-EC68-2E38-705F-1D42A0CB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03355-AE4D-3717-5933-730BD088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8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C615-7AD2-41F0-9357-D26E85AC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6B77-41FD-396C-97FD-59D195D6B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9D2F6-6BFD-5949-B571-7851FD716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BCF0-24DC-C054-A083-ADCA63B7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64B1C-0F7B-440E-95BB-DEDB06E6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24984-D82B-CB18-CF44-5499C893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60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8E08-CEAA-2AAC-814D-B387BDC9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A2259-3EF7-238E-2443-ABD64F72B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8AAE1-6F90-E295-0ED3-7C33657AF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143B2-599E-A057-6DB6-DCA0879C2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51DB4-A98A-ABF1-E8D4-8C93F4AB9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F0069-D621-3940-29FD-0A1D3B65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2F232-48C5-EDA7-5413-275A1CCC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759D0-9E59-C3C5-E864-5D504907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9146-C5C4-EC59-29F7-71905823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7459C-3BF8-BFA3-56D6-0C4876B4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697E8-8138-F982-0A3F-8B2D2B48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1A723-51C8-7020-F2FD-4EEC2A8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11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919CC-9CCC-E81D-62C9-B9CB6C9D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B95EE-059C-9D82-870A-27D504C5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6DC6F-F0D4-88CD-1B87-056BA413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38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ACBE-7320-B0D8-E726-2E73B2B2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637F-31F1-B14D-A20E-301F2E03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CB368-4C4A-27FA-7FC9-42976882E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929B4-448F-6484-554B-1001B7F1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3EDBB-30C1-5A8C-87E5-50BF8F8E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F5435-6FCD-B164-BE7D-C26E724A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1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5626-1DDB-89F5-3D95-4F816436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0934A-39BB-DCFB-ECD9-D40288D4D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E347F-2D31-D036-CF59-0A0A122F5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57573-F324-FE7C-5B27-6DFF2242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1DDC5-B923-9EC1-7ACA-A05D028A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8095F-C60B-3B3D-8016-77B923BC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1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69CF-0968-7F4A-343B-9196A7DF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889A2-6D3F-AAB6-A198-CD8A8FF05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B8387-1FE7-4B8B-0039-2DDC1FA3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32A3-7F18-ABCA-0560-8A8ACDB7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D735B-270F-05A3-58F4-B52EFCB0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02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CB53F-FB84-72AD-1DEB-3B36D2991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09413-881D-FFAD-F8CE-9D1954173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680A-374E-87A2-3797-8468A204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CCF13-8C92-43D7-C9FE-A8329985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5D434-E462-7F1B-A379-07D3635A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F3037-6C72-09BF-9FD5-6BC823E0B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B7420-6438-3D97-1518-85D7E2688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7ED4F-97B5-1F81-B9F7-AFC62208E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1809-9A65-4254-9C8E-2AE9B8A2603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4A47-3758-EAE5-5C1D-AEB6464BB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5733D-3024-1F38-45EA-4332E0AD2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BEAC3-DEAD-4ECA-99D0-101916842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3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9E8E-5BF2-07F9-C726-805AD4FF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23" y="403124"/>
            <a:ext cx="11926530" cy="15534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Bell MT" panose="02020503060305020303" pitchFamily="18" charset="0"/>
              </a:rPr>
              <a:t>ANNAMACHARYA INSTITUTE OF TECHNOLOGY AND SCIENCES: TIRUPATI        </a:t>
            </a:r>
            <a:r>
              <a:rPr lang="en-US" sz="2200" b="1" dirty="0">
                <a:solidFill>
                  <a:schemeClr val="accent1"/>
                </a:solidFill>
                <a:latin typeface="Bell MT" panose="02020503060305020303" pitchFamily="18" charset="0"/>
              </a:rPr>
              <a:t>(AUTONOMOUS)</a:t>
            </a:r>
            <a:br>
              <a:rPr lang="en-US" sz="2200" b="1" dirty="0">
                <a:solidFill>
                  <a:schemeClr val="accent1"/>
                </a:solidFill>
                <a:latin typeface="Bell MT" panose="02020503060305020303" pitchFamily="18" charset="0"/>
              </a:rPr>
            </a:br>
            <a:r>
              <a:rPr lang="en-US" sz="2200" b="1" dirty="0">
                <a:solidFill>
                  <a:srgbClr val="7030A0"/>
                </a:solidFill>
                <a:latin typeface="Bell MT" panose="02020503060305020303" pitchFamily="18" charset="0"/>
              </a:rPr>
              <a:t> DEPARTMENT Of ELECTRONICS AND COMMUNICATION ENGINEERING     </a:t>
            </a:r>
            <a:br>
              <a:rPr lang="en-IN" b="1" dirty="0">
                <a:solidFill>
                  <a:srgbClr val="7030A0"/>
                </a:solidFill>
                <a:latin typeface="Bell MT" panose="02020503060305020303" pitchFamily="18" charset="0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B9E16-6D67-4E58-9A47-96E3A52BF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8" y="0"/>
            <a:ext cx="1671483" cy="167148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84F3D9-5F22-D7B3-4A68-0C2FDF6E8C8B}"/>
              </a:ext>
            </a:extLst>
          </p:cNvPr>
          <p:cNvCxnSpPr>
            <a:cxnSpLocks/>
          </p:cNvCxnSpPr>
          <p:nvPr/>
        </p:nvCxnSpPr>
        <p:spPr>
          <a:xfrm>
            <a:off x="0" y="1691149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D7EBB7-7BB8-D691-3B6E-92A936718025}"/>
              </a:ext>
            </a:extLst>
          </p:cNvPr>
          <p:cNvSpPr txBox="1"/>
          <p:nvPr/>
        </p:nvSpPr>
        <p:spPr>
          <a:xfrm>
            <a:off x="1263445" y="2275148"/>
            <a:ext cx="9665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MOVIE RECOMMENDATION SYSTEM</a:t>
            </a:r>
            <a:endParaRPr lang="en-IN" sz="6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570071-0F06-25BF-6201-C179E21F50E7}"/>
              </a:ext>
            </a:extLst>
          </p:cNvPr>
          <p:cNvSpPr txBox="1"/>
          <p:nvPr/>
        </p:nvSpPr>
        <p:spPr>
          <a:xfrm>
            <a:off x="1263445" y="4532669"/>
            <a:ext cx="44638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Presented by</a:t>
            </a:r>
          </a:p>
          <a:p>
            <a:r>
              <a:rPr lang="en-US" sz="2400" dirty="0" err="1">
                <a:latin typeface="Baskerville Old Face" panose="02020602080505020303" pitchFamily="18" charset="0"/>
              </a:rPr>
              <a:t>K.Tejasree</a:t>
            </a:r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dirty="0" err="1">
                <a:latin typeface="Baskerville Old Face" panose="02020602080505020303" pitchFamily="18" charset="0"/>
              </a:rPr>
              <a:t>V.P.Yaswitha</a:t>
            </a:r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dirty="0" err="1">
                <a:latin typeface="Baskerville Old Face" panose="02020602080505020303" pitchFamily="18" charset="0"/>
              </a:rPr>
              <a:t>A.Srilatha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4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39A6-E7E6-A111-4D12-8C59BB0A3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490" y="738905"/>
            <a:ext cx="9144000" cy="1011237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D83F5-E70E-C719-A84B-205FED1AD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013" y="2999095"/>
            <a:ext cx="9144000" cy="219996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Users often struggle to find movies based on their preferences. 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Existing systems are complex or require login. 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This project aims to create a simple and interactive movie recommendation system with a modern UI.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22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5F02-EF93-517E-14D2-4B41FC9E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2" y="623632"/>
            <a:ext cx="9144000" cy="1040734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6D3B5-D9CA-5564-DBB3-D5B4B057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4" y="2983834"/>
            <a:ext cx="9144000" cy="2209800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dirty="0"/>
              <a:t>Frontend: HTML, CSS, JavaScript 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dirty="0"/>
              <a:t>Backend: Django 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dirty="0"/>
              <a:t>Movie data stored in JavaScript 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dirty="0"/>
              <a:t>Search functionality implemented using string matching 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dirty="0"/>
              <a:t>Dynamic UI updates using DOM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4044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2537-5E7D-3C12-23BA-AA6E45875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09" y="738905"/>
            <a:ext cx="9144000" cy="1060398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949E5-699D-FEB0-E1E4-47D73C628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09" y="2768214"/>
            <a:ext cx="9144000" cy="25977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User can search movies 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Movie opens in full-screen view 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Displays movie description 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Live search suggestions available 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Netflix-style UI implemented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6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D33A-DB57-20ED-74B7-F3C60CB87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6664"/>
            <a:ext cx="9144000" cy="1080063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EF4AA-DE2D-B6C4-CB14-67A1167D9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16" y="2664542"/>
            <a:ext cx="9144000" cy="282923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Successfully developed a movie recommendation interface 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Provides smooth user experience 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Can be enhanced with AI-based recommendations 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Useful for entertainment platforms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52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Algerian</vt:lpstr>
      <vt:lpstr>Arial</vt:lpstr>
      <vt:lpstr>Baskerville Old Face</vt:lpstr>
      <vt:lpstr>Bell MT</vt:lpstr>
      <vt:lpstr>Calibri</vt:lpstr>
      <vt:lpstr>Calibri Light</vt:lpstr>
      <vt:lpstr>Courier New</vt:lpstr>
      <vt:lpstr>Wingdings</vt:lpstr>
      <vt:lpstr>Office Theme</vt:lpstr>
      <vt:lpstr>ANNAMACHARYA INSTITUTE OF TECHNOLOGY AND SCIENCES: TIRUPATI        (AUTONOMOUS)  DEPARTMENT Of ELECTRONICS AND COMMUNICATION ENGINEERING      </vt:lpstr>
      <vt:lpstr>Problem Statement</vt:lpstr>
      <vt:lpstr>Methodology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teju62509@outlook.com</dc:creator>
  <cp:lastModifiedBy>teju62509@outlook.com</cp:lastModifiedBy>
  <cp:revision>1</cp:revision>
  <dcterms:created xsi:type="dcterms:W3CDTF">2026-06-18T10:29:56Z</dcterms:created>
  <dcterms:modified xsi:type="dcterms:W3CDTF">2026-06-18T10:52:40Z</dcterms:modified>
</cp:coreProperties>
</file>